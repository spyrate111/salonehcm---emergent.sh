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Administrator Essentials</a:t>
            </a:r>
          </a:p>
          <a:p>
            <a:pPr>
              <a:defRPr sz="1800">
                <a:solidFill>
                  <a:srgbClr val="D9C58A"/>
                </a:solidFill>
              </a:defRPr>
            </a:pPr>
            <a:r>
              <a:t>Users, access, settings, branches &amp; the audit trail</a:t>
            </a:r>
          </a:p>
          <a:p>
            <a:pPr>
              <a:defRPr sz="1200">
                <a:solidFill>
                  <a:srgbClr val="8FBCA8"/>
                </a:solidFill>
              </a:defRPr>
            </a:pPr>
            <a:r>
              <a:t>SaloneHCM · Official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Roles &amp; capability flags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Inviting and managing users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Organisation settings &amp; plan tiers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Branches, offices &amp; supervisors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The audit log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Certification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Superadmin — platform &amp; tenants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Admin — one organisation end-to-end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Employee — self-service plus whatever flags unlock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Flags: Finance Officer (voucher approval) · MoF Approver (run signing &amp; payment authorization)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Users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Invite by email — invitee sets their own password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Reset passwords in one click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Grant flags with the banknote toggle — every grant is audit logged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Remove leavers promptly: access review monthly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Separation of duties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Voucher creator can NEVER approve their own voucher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Payment authorizer ≠ creator AND ≠ finance approver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Multi-sig MoF approval: dial 1–5 required signatures (superadmin)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Plan staffing: at least 3 people with financial powers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Branches &amp; offices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Unique code per branch · optional ministry link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One supervisor per branch approves its vouchers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Assign employees so auto voucher generation groups correctly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Settings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Profile, tier, SMS/email integrations, 2FA policy, transparency portal</a:t>
            </a:r>
          </a:p>
          <a:p>
            <a:pPr>
              <a:spcAft>
                <a:spcPts val="1200"/>
              </a:spcAft>
              <a:defRPr sz="1800">
                <a:solidFill>
                  <a:srgbClr val="1A1C1E"/>
                </a:solidFill>
              </a:defRPr>
            </a:pPr>
            <a:r>
              <a:t>•  Audit log: every sensitive action, searchable, permanent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3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>
              <a:defRPr sz="1600">
                <a:solidFill>
                  <a:srgbClr val="D9C58A"/>
                </a:solidFill>
              </a:defRPr>
            </a:pPr>
            <a:r>
              <a:t>Training Center → videos · articles · FAQs · certification quizzes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