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Employee Self-Service</a:t>
            </a:r>
          </a:p>
          <a:p>
            <a:pPr>
              <a:defRPr sz="1800">
                <a:solidFill>
                  <a:srgbClr val="D9C58A"/>
                </a:solidFill>
              </a:defRPr>
            </a:pPr>
            <a:r>
              <a:t>Payslips, leave and attendance in your own hands</a:t>
            </a:r>
          </a:p>
          <a:p>
            <a:pPr>
              <a:defRPr sz="1200">
                <a:solidFill>
                  <a:srgbClr val="8FBCA8"/>
                </a:solidFill>
              </a:defRPr>
            </a:pPr>
            <a:r>
              <a:t>SaloneHCM · Official training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Signing in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Your payslips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Requesting leave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Attendance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Getting help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Signing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Work email + password from HR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2FA code if your organisation requires it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Forgot password? Your administrator resets it in a minute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Your payslips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Every month listed with gross, deductions, net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Open for the full PAYE/NASSIT/loan breakdown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Download the PDF for your records or bank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New Request → dates + type → submit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Manager notified instantly · status visible to you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Your remaining balance always shows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Clock in/out on the Attendance page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Review your own history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Errors? Tell HR — corrections are logged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Training Center: videos, reference cards, FAQs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Take the Self-Service quiz for your certificate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  <a:p>
            <a:pPr>
              <a:defRPr sz="1600">
                <a:solidFill>
                  <a:srgbClr val="D9C58A"/>
                </a:solidFill>
              </a:defRPr>
            </a:pPr>
            <a:r>
              <a:t>Training Center → videos · articles · FAQs · certification quizzes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